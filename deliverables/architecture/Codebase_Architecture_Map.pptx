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	<Relationship Id="rId1" Type="http://schemas.openxmlformats.org/officeDocument/2006/relationships/officeDocument" Target="ppt/presentation.xml"/>
	<Relationship Id="rId2" Type="http://schemas.openxmlformats.org/package/2006/relationships/metadata/core-properties" Target="docProps/core.xml"/>
	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en-US"/>
    </a:def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	<Relationship Id="rId1" Type="http://schemas.openxmlformats.org/officeDocument/2006/relationships/slideMaster" Target="slideMasters/slideMaster1.xml"/>
	<Relationship Id="rId2" Type="http://schemas.openxmlformats.org/officeDocument/2006/relationships/slide" Target="slides/slide1.xml"/>
	<Relationship Id="rId3" Type="http://schemas.openxmlformats.org/officeDocument/2006/relationships/slide" Target="slides/slide2.xml"/>
	<Relationship Id="rId4" Type="http://schemas.openxmlformats.org/officeDocument/2006/relationships/slide" Target="slides/slide3.xml"/>
	<Relationship Id="rId5" Type="http://schemas.openxmlformats.org/officeDocument/2006/relationships/slide" Target="slides/slide4.xml"/>
	<Relationship Id="rId6" Type="http://schemas.openxmlformats.org/officeDocument/2006/relationships/slide" Target="slides/slide5.xml"/>
	<Relationship Id="rId7" Type="http://schemas.openxmlformats.org/officeDocument/2006/relationships/slide" Target="slides/slide6.xml"/>
	<Relationship Id="rId8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	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
</Relationships>
</file>

<file path=ppt/slides/_rels/slide2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image" Target="../media/flow-01-entry.png"/>
</Relationships>
</file>

<file path=ppt/slides/_rels/slide3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image" Target="../media/flow-02-state-ui.png"/>
</Relationships>
</file>

<file path=ppt/slides/_rels/slide4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image" Target="../media/flow-03-authoring-actions.png"/>
</Relationships>
</file>

<file path=ppt/slides/_rels/slide5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image" Target="../media/flow-04-export-paths.png"/>
</Relationships>
</file>

<file path=ppt/slides/_rels/slide6.xml.rels><?xml version="1.0" encoding="UTF-8" standalone="yes"?>
<Relationships xmlns="http://schemas.openxmlformats.org/package/2006/relationships">
	<Relationship Id="rId1" Type="http://schemas.openxmlformats.org/officeDocument/2006/relationships/slideLayout" Target="../slideLayouts/slideLayout1.xml"/>
	<Relationship Id="rId2" Type="http://schemas.openxmlformats.org/officeDocument/2006/relationships/image" Target="../media/flow-05-full-architecture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685800" y="1051560"/>
            <a:ext cx="10744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800" b="1">
                <a:solidFill>
                  <a:srgbClr val="202122"/>
                </a:solidFill>
                <a:latin typeface="Lato"/>
              </a:rPr>
              <a:t>Codebase Architecture Map</a:t>
            </a:r>
          </a:p>
        </p:txBody>
      </p:sp>
      <p:sp>
        <p:nvSpPr>
          <p:cNvPr id="12" name="Text 2"/>
          <p:cNvSpPr txBox="1"/>
          <p:nvPr/>
        </p:nvSpPr>
        <p:spPr>
          <a:xfrm>
            <a:off x="713232" y="1993392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>
                <a:solidFill>
                  <a:srgbClr val="5C6470"/>
                </a:solidFill>
                <a:latin typeface="Lato"/>
              </a:rPr>
              <a:t>D2L SCORM Authoring Demo</a:t>
            </a:r>
          </a:p>
        </p:txBody>
      </p:sp>
      <p:sp>
        <p:nvSpPr>
          <p:cNvPr id="13" name="Text 3"/>
          <p:cNvSpPr txBox="1"/>
          <p:nvPr/>
        </p:nvSpPr>
        <p:spPr>
          <a:xfrm>
            <a:off x="713232" y="2788920"/>
            <a:ext cx="97840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300">
                <a:solidFill>
                  <a:srgbClr val="39424E"/>
                </a:solidFill>
                <a:latin typeface="Lato"/>
              </a:rPr>
              <a:t>A layman-friendly walkthrough of how the editor, JSON blueprint, insertion tools, save flow, and SCORM exporter work together.</a:t>
            </a:r>
          </a:p>
        </p:txBody>
      </p:sp>
      <p:sp>
        <p:nvSpPr>
          <p:cNvPr id="14" name="Text 4"/>
          <p:cNvSpPr txBox="1"/>
          <p:nvPr/>
        </p:nvSpPr>
        <p:spPr>
          <a:xfrm>
            <a:off x="713232" y="4937760"/>
            <a:ext cx="9875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006FBF"/>
                </a:solidFill>
                <a:latin typeface="Lato"/>
              </a:rPr>
              <a:t>The next five slides show the same architecture with more detail added at each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457200" y="164592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202122"/>
                </a:solidFill>
                <a:latin typeface="Lato"/>
              </a:rPr>
              <a:t>Iteration 1: The shortest path</a:t>
            </a:r>
          </a:p>
        </p:txBody>
      </p:sp>
      <p:pic>
        <p:nvPicPr>
          <p:cNvPr id="42" name="flow-01-entry.png" descr="From browser entry to the visible edito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685800"/>
            <a:ext cx="8991600" cy="53949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200">
                <a:solidFill>
                  <a:srgbClr val="5C6470"/>
                </a:solidFill>
                <a:latin typeface="Lato"/>
              </a:rPr>
              <a:t>From browser entry to the visible editor.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457200" y="164592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202122"/>
                </a:solidFill>
                <a:latin typeface="Lato"/>
              </a:rPr>
              <a:t>Iteration 2: Add the live page blueprint</a:t>
            </a:r>
          </a:p>
        </p:txBody>
      </p:sp>
      <p:pic>
        <p:nvPicPr>
          <p:cNvPr id="42" name="flow-02-state-ui.png" descr="Adds pageState JSON, the render layer, the JSON panel, and localStorag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685800"/>
            <a:ext cx="8991600" cy="53949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200">
                <a:solidFill>
                  <a:srgbClr val="5C6470"/>
                </a:solidFill>
                <a:latin typeface="Lato"/>
              </a:rPr>
              <a:t>Adds pageState JSON, the render layer, the JSON panel, and localStorage.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457200" y="164592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202122"/>
                </a:solidFill>
                <a:latin typeface="Lato"/>
              </a:rPr>
              <a:t>Iteration 3: Add authoring behavior</a:t>
            </a:r>
          </a:p>
        </p:txBody>
      </p:sp>
      <p:pic>
        <p:nvPicPr>
          <p:cNvPr id="42" name="flow-03-authoring-actions.png" descr="Shows typing, insertion, layout selection, block actions, saving, preview, and re-render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685800"/>
            <a:ext cx="8991600" cy="53949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200">
                <a:solidFill>
                  <a:srgbClr val="5C6470"/>
                </a:solidFill>
                <a:latin typeface="Lato"/>
              </a:rPr>
              <a:t>Shows typing, insertion, layout selection, block actions, saving, preview, and re-rendering.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457200" y="164592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202122"/>
                </a:solidFill>
                <a:latin typeface="Lato"/>
              </a:rPr>
              <a:t>Iteration 4: Add SCORM export</a:t>
            </a:r>
          </a:p>
        </p:txBody>
      </p:sp>
      <p:pic>
        <p:nvPicPr>
          <p:cNvPr id="42" name="flow-04-export-paths.png" descr="Shows editable and production package paths through manifest, template, and zip gener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685800"/>
            <a:ext cx="8991600" cy="53949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200">
                <a:solidFill>
                  <a:srgbClr val="5C6470"/>
                </a:solidFill>
                <a:latin typeface="Lato"/>
              </a:rPr>
              <a:t>Shows editable and production package paths through manifest, template, and zip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/>
          <p:cNvSpPr txBox="1"/>
          <p:nvPr/>
        </p:nvSpPr>
        <p:spPr>
          <a:xfrm>
            <a:off x="457200" y="164592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>
                <a:solidFill>
                  <a:srgbClr val="202122"/>
                </a:solidFill>
                <a:latin typeface="Lato"/>
              </a:rPr>
              <a:t>Iteration 5: Full codebase map</a:t>
            </a:r>
          </a:p>
        </p:txBody>
      </p:sp>
      <p:pic>
        <p:nvPicPr>
          <p:cNvPr id="42" name="flow-05-full-architecture.png" descr="Shows the browser, controller, UI modules, state, insertion, helpers, styles, server, and SCORM export modul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680" y="685800"/>
            <a:ext cx="8392160" cy="539496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200">
                <a:solidFill>
                  <a:srgbClr val="5C6470"/>
                </a:solidFill>
                <a:latin typeface="Lato"/>
              </a:rPr>
              <a:t>Shows the browser, controller, UI modules, state, insertion, helpers, styles, server, and SCORM export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e Map">
  <a:themeElements>
    <a:clrScheme name="Architecture">
      <a:dk1>
        <a:srgbClr val="202122"/>
      </a:dk1>
      <a:lt1>
        <a:srgbClr val="FFFFFF"/>
      </a:lt1>
      <a:dk2>
        <a:srgbClr val="39424E"/>
      </a:dk2>
      <a:lt2>
        <a:srgbClr val="F6F8FB"/>
      </a:lt2>
      <a:accent1>
        <a:srgbClr val="006FBF"/>
      </a:accent1>
      <a:accent2>
        <a:srgbClr val="16805B"/>
      </a:accent2>
      <a:accent3>
        <a:srgbClr val="A76500"/>
      </a:accent3>
      <a:accent4>
        <a:srgbClr val="6954C9"/>
      </a:accent4>
      <a:accent5>
        <a:srgbClr val="087990"/>
      </a:accent5>
      <a:accent6>
        <a:srgbClr val="B3261E"/>
      </a:accent6>
      <a:hlink>
        <a:srgbClr val="006FBF"/>
      </a:hlink>
      <a:folHlink>
        <a:srgbClr val="6954C9"/>
      </a:folHlink>
    </a:clrScheme>
    <a:fontScheme name="Architecture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Architectur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Codebase Architecture Map Presentation</dc:title>
  <dc:subject>D2L SCORM authoring demo codebase architecture</dc:subject>
  <dc:creator>Codex</dc:creator>
  <cp:lastModifiedBy>Codex</cp:lastModifiedBy>
  <dcterms:created xsi:type="dcterms:W3CDTF">2026-05-21T15:26:35.204Z</dcterms:created>
  <dcterms:modified xsi:type="dcterms:W3CDTF">2026-05-21T15:26:35.204Z</dcterms:modified>
</cp:coreProperties>
</file>